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9" r:id="rId2"/>
  </p:sldMasterIdLst>
  <p:notesMasterIdLst>
    <p:notesMasterId r:id="rId7"/>
  </p:notesMasterIdLst>
  <p:sldIdLst>
    <p:sldId id="256" r:id="rId3"/>
    <p:sldId id="257" r:id="rId4"/>
    <p:sldId id="260" r:id="rId5"/>
    <p:sldId id="258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jW0qHVpuPwP8B1KuPoNRHqIspG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2118" y="8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customschemas.google.com/relationships/presentationmetadata" Target="metadata"/><Relationship Id="rId4" Type="http://schemas.openxmlformats.org/officeDocument/2006/relationships/slide" Target="slides/slide2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419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558eff909_2_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g36558eff909_2_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g36558eff909_2_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g36558eff909_2_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g36558eff909_2_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558eff909_2_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36558eff909_2_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g36558eff909_2_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g36558eff909_2_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36558eff909_2_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558eff909_2_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g36558eff909_2_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g36558eff909_2_2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g36558eff909_2_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6558eff909_2_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g36558eff909_2_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558eff909_2_3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6558eff909_2_3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6" name="Google Shape;106;g36558eff909_2_3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g36558eff909_2_3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8" name="Google Shape;108;g36558eff909_2_3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g36558eff909_2_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6558eff909_2_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36558eff909_2_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558eff909_2_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6558eff909_2_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g36558eff909_2_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g36558eff909_2_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558eff909_2_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g36558eff909_2_4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0" name="Google Shape;120;g36558eff909_2_4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1" name="Google Shape;121;g36558eff909_2_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g36558eff909_2_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g36558eff909_2_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558eff909_2_5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36558eff909_2_5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g36558eff909_2_5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8" name="Google Shape;128;g36558eff909_2_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g36558eff909_2_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g36558eff909_2_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558eff909_2_6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g36558eff909_2_6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g36558eff909_2_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36558eff909_2_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36558eff909_2_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558eff909_2_6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g36558eff909_2_6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g36558eff909_2_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36558eff909_2_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36558eff909_2_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558eff909_2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g36558eff909_2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g36558eff909_2_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g36558eff909_2_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g36558eff909_2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"/>
          <p:cNvSpPr txBox="1"/>
          <p:nvPr/>
        </p:nvSpPr>
        <p:spPr>
          <a:xfrm>
            <a:off x="0" y="2385702"/>
            <a:ext cx="12192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145"/>
              </a:buClr>
              <a:buSzPts val="6200"/>
              <a:buFont typeface="Arial"/>
              <a:buNone/>
            </a:pPr>
            <a:r>
              <a:rPr lang="es-ES" sz="3000" b="1" i="0" u="none" strike="noStrike" cap="none" dirty="0">
                <a:solidFill>
                  <a:srgbClr val="203145"/>
                </a:solidFill>
                <a:latin typeface="Arial"/>
                <a:ea typeface="Arial"/>
                <a:cs typeface="Arial"/>
                <a:sym typeface="Arial"/>
              </a:rPr>
              <a:t>DESARROLLO DEL TRABAJO DE TITULACIÓN</a:t>
            </a:r>
            <a:endParaRPr sz="1200" dirty="0"/>
          </a:p>
        </p:txBody>
      </p:sp>
      <p:sp>
        <p:nvSpPr>
          <p:cNvPr id="149" name="Google Shape;149;p1"/>
          <p:cNvSpPr txBox="1"/>
          <p:nvPr/>
        </p:nvSpPr>
        <p:spPr>
          <a:xfrm>
            <a:off x="2" y="2986002"/>
            <a:ext cx="1219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145"/>
              </a:buClr>
              <a:buSzPts val="2200"/>
              <a:buFont typeface="Arial"/>
              <a:buNone/>
            </a:pPr>
            <a:r>
              <a:rPr lang="es-419" sz="2000" b="0" i="0" u="none" strike="noStrike" cap="none" dirty="0">
                <a:solidFill>
                  <a:srgbClr val="203145"/>
                </a:solidFill>
                <a:latin typeface="Arial"/>
                <a:ea typeface="Arial"/>
                <a:cs typeface="Arial"/>
                <a:sym typeface="Arial"/>
              </a:rPr>
              <a:t>TECNOLOGÍAS DE LA INFORMACIÓN – MODALIDAD EN LÍNEA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"/>
          <p:cNvSpPr txBox="1"/>
          <p:nvPr/>
        </p:nvSpPr>
        <p:spPr>
          <a:xfrm>
            <a:off x="820500" y="3470508"/>
            <a:ext cx="105510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8532"/>
              </a:buClr>
              <a:buSzPts val="5000"/>
              <a:buFont typeface="Arial"/>
              <a:buNone/>
            </a:pPr>
            <a:r>
              <a:rPr lang="es-ES" sz="2000" b="1" dirty="0">
                <a:solidFill>
                  <a:srgbClr val="203145"/>
                </a:solidFill>
              </a:rPr>
              <a:t>DESARROLLO DE UN MODELO PREDICTIVO DE ABANDONO ESTUDIANTIL MEDIANTE INTELIGENCIA DE NEGOCIOS Y PROCESAMIENTO DE LENGUAJE NATURAL</a:t>
            </a:r>
            <a:r>
              <a:rPr lang="es-419" sz="2000" b="1" dirty="0">
                <a:solidFill>
                  <a:srgbClr val="203145"/>
                </a:solidFill>
              </a:rPr>
              <a:t>.</a:t>
            </a:r>
            <a:endParaRPr sz="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"/>
          <p:cNvSpPr txBox="1"/>
          <p:nvPr/>
        </p:nvSpPr>
        <p:spPr>
          <a:xfrm>
            <a:off x="0" y="6085315"/>
            <a:ext cx="121920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lang="es-419" sz="2000" b="1" dirty="0">
                <a:solidFill>
                  <a:srgbClr val="FFFFFF"/>
                </a:solidFill>
              </a:rPr>
              <a:t>ESTUDIANTES: </a:t>
            </a:r>
            <a:r>
              <a:rPr lang="es-419" sz="1800" b="1" dirty="0">
                <a:solidFill>
                  <a:srgbClr val="FFFFFF"/>
                </a:solidFill>
              </a:rPr>
              <a:t>MARLON DAVID PÉREZ ALMACHI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lang="es-419" sz="1800" b="1" dirty="0">
                <a:solidFill>
                  <a:srgbClr val="FFFFFF"/>
                </a:solidFill>
                <a:sym typeface="Calibri"/>
              </a:rPr>
              <a:t>                               VICTOR MANUEL LLUILEMA PISCO</a:t>
            </a:r>
          </a:p>
        </p:txBody>
      </p:sp>
      <p:sp>
        <p:nvSpPr>
          <p:cNvPr id="152" name="Google Shape;152;p1"/>
          <p:cNvSpPr txBox="1"/>
          <p:nvPr/>
        </p:nvSpPr>
        <p:spPr>
          <a:xfrm>
            <a:off x="0" y="4973495"/>
            <a:ext cx="12192000" cy="904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lang="es-419" sz="1800" b="1" dirty="0">
                <a:solidFill>
                  <a:srgbClr val="203145"/>
                </a:solidFill>
              </a:rPr>
              <a:t>DOCENTES</a:t>
            </a:r>
            <a:r>
              <a:rPr lang="es-419" sz="1800" b="1" dirty="0">
                <a:solidFill>
                  <a:schemeClr val="dk1"/>
                </a:solidFill>
              </a:rPr>
              <a:t>: </a:t>
            </a:r>
            <a:br>
              <a:rPr lang="es-419" sz="1800" b="1" dirty="0">
                <a:solidFill>
                  <a:schemeClr val="dk1"/>
                </a:solidFill>
              </a:rPr>
            </a:br>
            <a:r>
              <a:rPr lang="es-419" sz="1600" dirty="0">
                <a:solidFill>
                  <a:srgbClr val="203145"/>
                </a:solidFill>
              </a:rPr>
              <a:t>M.sc. PERALTA CORREA MIRELLA AZUCENA </a:t>
            </a:r>
            <a:br>
              <a:rPr lang="es-419" sz="1600" dirty="0">
                <a:solidFill>
                  <a:srgbClr val="203145"/>
                </a:solidFill>
              </a:rPr>
            </a:br>
            <a:r>
              <a:rPr lang="es-419" sz="1600" dirty="0">
                <a:solidFill>
                  <a:srgbClr val="203145"/>
                </a:solidFill>
              </a:rPr>
              <a:t>M.sc. ESPINOZA BRAVO MARÍA GABRIELA   </a:t>
            </a:r>
            <a:endParaRPr lang="es-419" sz="2000" dirty="0">
              <a:solidFill>
                <a:srgbClr val="203145"/>
              </a:solidFill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432DDB1-4631-147D-1661-9253FC8C56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69"/>
          <a:stretch/>
        </p:blipFill>
        <p:spPr>
          <a:xfrm>
            <a:off x="0" y="-1"/>
            <a:ext cx="12191382" cy="66874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1D7D1BC-902E-6B1D-66D1-818863740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523" y="78475"/>
            <a:ext cx="1981477" cy="8002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C88EDD5-24F0-3F8B-BBF4-14A9EE9F09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82"/>
          <a:stretch/>
        </p:blipFill>
        <p:spPr>
          <a:xfrm>
            <a:off x="0" y="0"/>
            <a:ext cx="12192000" cy="664646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C813A19-A784-7A94-2DA8-87DB13FF9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4014" y="0"/>
            <a:ext cx="1317985" cy="53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26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9" y="0"/>
            <a:ext cx="1218238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Panorámica</PresentationFormat>
  <Paragraphs>7</Paragraphs>
  <Slides>4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Tema de Office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Marlon David Pérez Almachi; Víctor Manuel Lluilema Pisco</dc:creator>
  <cp:lastModifiedBy>Marlon David Pérez Almachi</cp:lastModifiedBy>
  <cp:revision>5</cp:revision>
  <dcterms:created xsi:type="dcterms:W3CDTF">2025-08-23T01:43:27Z</dcterms:created>
  <dcterms:modified xsi:type="dcterms:W3CDTF">2026-09-16T20:55:38Z</dcterms:modified>
</cp:coreProperties>
</file>