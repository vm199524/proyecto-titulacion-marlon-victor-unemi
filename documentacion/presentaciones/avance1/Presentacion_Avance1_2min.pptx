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apertura. Mostrar mientras arranca el video, antes de que Víctor empiece a hablar (primeros ~8-10 segundos).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Víctor: minuto completo — contexto, cifra SENESCYT, las 5 causas y la justificación/beneficiarios.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Marlon: primera mitad de su minuto — objetivo general (qué/cómo/para qué) y qué se construyó (4 piezas).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Marlon: cierra con los números del prototipo y el agradecimiento final. Mantener en pantalla unos segundos tras el 'Muchas gracias' hablado.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943600" cy="5943600"/>
          </a:xfrm>
          <a:prstGeom prst="ellipse">
            <a:avLst/>
          </a:prstGeom>
          <a:solidFill>
            <a:srgbClr val="12203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TITULACIÓN · INGENIERÍA EN TECNOLOGÍAS DE LA INFORMACIÓN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 de un modelo predictivo de abandono estudiantil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632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mediante inteligencia de negocios y procesamiento de lenguaje natural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4160520"/>
            <a:ext cx="2926080" cy="18288"/>
          </a:xfrm>
          <a:prstGeom prst="rect">
            <a:avLst/>
          </a:prstGeom>
          <a:solidFill>
            <a:srgbClr val="2C3E6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Autores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Víctor Lluilema  ·  Marlon Pérez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846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Institución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Estatal de Milagro (UNEMI)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1 — Presentación de 2 minutos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 1 · VÍCTOR LLUILEMA — CONTEXTO, CAUSAS Y JUSTIFICACIÓN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problema real y medible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instituciones registra solo el estado actual del estudiante: la detección de riesgo llega tarde, cuando ya dejó de asistir.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635240" y="137160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F0F4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35240" y="14630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26%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726680" y="2057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deserción nacional, primer semestre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738360" y="137160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738360" y="14630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28%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9829800" y="2057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instituciones públicas específicas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880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CAUSAS IDENTIFICADAS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348740" y="329184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487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858768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académico disperso, sin trayectoria estructurada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07308" y="329184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07308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807208" y="3858768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Ausencia de modelos predictivos de riesgo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65876" y="329184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865876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065776" y="3858768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aislados entre sistemas institucionales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24444" y="329184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124444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324344" y="3858768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de personal técnico para consultarlos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383012" y="329184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383012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582912" y="3858768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referentes comparativos con otras instituciones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534924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F0F4F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2960" y="5349240"/>
            <a:ext cx="10561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Conveniencia  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Anticipar el abandono antes de que ocurra, no solo medirlo después.  </a:t>
            </a:r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Beneficiarios  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autoridades académicas, bienestar estudiantil y los propios estudiantes en riesgo.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 2 · MARLON PÉREZ — PROPÓSITO Y DESARROLLO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objetivo a la solución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44824" cy="1417320"/>
          </a:xfrm>
          <a:prstGeom prst="roundRect">
            <a:avLst>
              <a:gd name="adj" fmla="val 6452"/>
            </a:avLst>
          </a:prstGeom>
          <a:solidFill>
            <a:srgbClr val="1220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975104"/>
            <a:ext cx="3544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359152"/>
            <a:ext cx="2996184" cy="0"/>
          </a:xfrm>
          <a:prstGeom prst="line">
            <a:avLst/>
          </a:prstGeom>
          <a:noFill/>
          <a:ln w="12700">
            <a:solidFill>
              <a:srgbClr val="3A4A7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487168"/>
            <a:ext cx="3142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 modelo predictivo de abandono estudiantil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22064" y="1828800"/>
            <a:ext cx="3544824" cy="1417320"/>
          </a:xfrm>
          <a:prstGeom prst="roundRect">
            <a:avLst>
              <a:gd name="adj" fmla="val 6452"/>
            </a:avLst>
          </a:prstGeom>
          <a:solidFill>
            <a:srgbClr val="1220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22064" y="1975104"/>
            <a:ext cx="3544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96384" y="2359152"/>
            <a:ext cx="2996184" cy="0"/>
          </a:xfrm>
          <a:prstGeom prst="line">
            <a:avLst/>
          </a:prstGeom>
          <a:noFill/>
          <a:ln w="12700">
            <a:solidFill>
              <a:srgbClr val="3A4A7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23232" y="2487168"/>
            <a:ext cx="3142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 a un sistema de BI con dashboards y consulta en lenguaje natural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95488" y="1828800"/>
            <a:ext cx="3544824" cy="1417320"/>
          </a:xfrm>
          <a:prstGeom prst="roundRect">
            <a:avLst>
              <a:gd name="adj" fmla="val 6452"/>
            </a:avLst>
          </a:prstGeom>
          <a:solidFill>
            <a:srgbClr val="1220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95488" y="1975104"/>
            <a:ext cx="3544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QUÉ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369808" y="2359152"/>
            <a:ext cx="2996184" cy="0"/>
          </a:xfrm>
          <a:prstGeom prst="line">
            <a:avLst/>
          </a:prstGeom>
          <a:noFill/>
          <a:ln w="12700">
            <a:solidFill>
              <a:srgbClr val="3A4A7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6656" y="2487168"/>
            <a:ext cx="3142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tempranamente a los estudiantes en riesgo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520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CONSTRUIMOS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2635758" cy="1737360"/>
          </a:xfrm>
          <a:prstGeom prst="roundRect">
            <a:avLst>
              <a:gd name="adj" fmla="val 5263"/>
            </a:avLst>
          </a:prstGeom>
          <a:solidFill>
            <a:srgbClr val="F0F4FA"/>
          </a:solidFill>
          <a:ln/>
        </p:spPr>
      </p:sp>
      <p:sp>
        <p:nvSpPr>
          <p:cNvPr id="19" name="Shape 17"/>
          <p:cNvSpPr/>
          <p:nvPr/>
        </p:nvSpPr>
        <p:spPr>
          <a:xfrm>
            <a:off x="749808" y="404164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49808" y="4041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" y="4663440"/>
            <a:ext cx="22334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4974336"/>
            <a:ext cx="22334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sobre la trayectoria histórica de cada alumno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67278" y="3840480"/>
            <a:ext cx="2635758" cy="1737360"/>
          </a:xfrm>
          <a:prstGeom prst="roundRect">
            <a:avLst>
              <a:gd name="adj" fmla="val 5263"/>
            </a:avLst>
          </a:prstGeom>
          <a:solidFill>
            <a:srgbClr val="F0F4FA"/>
          </a:solidFill>
          <a:ln/>
        </p:spPr>
      </p:sp>
      <p:sp>
        <p:nvSpPr>
          <p:cNvPr id="24" name="Shape 22"/>
          <p:cNvSpPr/>
          <p:nvPr/>
        </p:nvSpPr>
        <p:spPr>
          <a:xfrm>
            <a:off x="3568446" y="40416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568446" y="4041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3568446" y="4663440"/>
            <a:ext cx="22334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568446" y="4974336"/>
            <a:ext cx="22334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agrupa las carreras por perfil de riesgo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85916" y="3840480"/>
            <a:ext cx="2635758" cy="1737360"/>
          </a:xfrm>
          <a:prstGeom prst="roundRect">
            <a:avLst>
              <a:gd name="adj" fmla="val 5263"/>
            </a:avLst>
          </a:prstGeom>
          <a:solidFill>
            <a:srgbClr val="F0F4FA"/>
          </a:solidFill>
          <a:ln/>
        </p:spPr>
      </p:sp>
      <p:sp>
        <p:nvSpPr>
          <p:cNvPr id="29" name="Shape 27"/>
          <p:cNvSpPr/>
          <p:nvPr/>
        </p:nvSpPr>
        <p:spPr>
          <a:xfrm>
            <a:off x="6387084" y="404164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387084" y="4041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6387084" y="4663440"/>
            <a:ext cx="22334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natural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387084" y="4974336"/>
            <a:ext cx="22334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NL2SQL: se pregunta en español, sin código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004554" y="3840480"/>
            <a:ext cx="2635758" cy="1737360"/>
          </a:xfrm>
          <a:prstGeom prst="roundRect">
            <a:avLst>
              <a:gd name="adj" fmla="val 5263"/>
            </a:avLst>
          </a:prstGeom>
          <a:solidFill>
            <a:srgbClr val="F0F4FA"/>
          </a:solidFill>
          <a:ln/>
        </p:spPr>
      </p:sp>
      <p:sp>
        <p:nvSpPr>
          <p:cNvPr id="34" name="Shape 32"/>
          <p:cNvSpPr/>
          <p:nvPr/>
        </p:nvSpPr>
        <p:spPr>
          <a:xfrm>
            <a:off x="9205722" y="40416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205722" y="4041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9205722" y="4663440"/>
            <a:ext cx="22334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9205722" y="4974336"/>
            <a:ext cx="22334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interactivos sobre datos gobernados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2286000"/>
            <a:ext cx="5486400" cy="5486400"/>
          </a:xfrm>
          <a:prstGeom prst="ellipse">
            <a:avLst/>
          </a:prstGeom>
          <a:solidFill>
            <a:srgbClr val="12203A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 2 · MARLON PÉREZ — RESULTADOS Y CIERRE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clave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635758" cy="1737360"/>
          </a:xfrm>
          <a:prstGeom prst="roundRect">
            <a:avLst>
              <a:gd name="adj" fmla="val 5263"/>
            </a:avLst>
          </a:prstGeom>
          <a:solidFill>
            <a:srgbClr val="1220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01368"/>
            <a:ext cx="26357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14.508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14600"/>
            <a:ext cx="22699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alumnos en la trayectoria histórica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67278" y="1600200"/>
            <a:ext cx="2635758" cy="1737360"/>
          </a:xfrm>
          <a:prstGeom prst="roundRect">
            <a:avLst>
              <a:gd name="adj" fmla="val 5263"/>
            </a:avLst>
          </a:prstGeom>
          <a:solidFill>
            <a:srgbClr val="1220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67278" y="1801368"/>
            <a:ext cx="26357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83.678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3550158" y="2514600"/>
            <a:ext cx="22699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alumno-periodo analizados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85916" y="1600200"/>
            <a:ext cx="2635758" cy="1737360"/>
          </a:xfrm>
          <a:prstGeom prst="roundRect">
            <a:avLst>
              <a:gd name="adj" fmla="val 5263"/>
            </a:avLst>
          </a:prstGeom>
          <a:solidFill>
            <a:srgbClr val="1220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85916" y="1801368"/>
            <a:ext cx="26357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0,9999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6368796" y="2514600"/>
            <a:ext cx="22699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en validación temporal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04554" y="1600200"/>
            <a:ext cx="2635758" cy="1737360"/>
          </a:xfrm>
          <a:prstGeom prst="roundRect">
            <a:avLst>
              <a:gd name="adj" fmla="val 5263"/>
            </a:avLst>
          </a:prstGeom>
          <a:solidFill>
            <a:srgbClr val="1220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004554" y="1801368"/>
            <a:ext cx="26357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700" dirty="0"/>
          </a:p>
        </p:txBody>
      </p:sp>
      <p:sp>
        <p:nvSpPr>
          <p:cNvPr id="17" name="Text 15"/>
          <p:cNvSpPr txBox="1"/>
          <p:nvPr/>
        </p:nvSpPr>
        <p:spPr>
          <a:xfrm>
            <a:off x="9187434" y="2514600"/>
            <a:ext cx="22699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carreras segmentadas por riesgo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611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funcional, probado de extremo a extremo, extensible a otras instituciones de educación superior.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367528" y="4343400"/>
            <a:ext cx="1463040" cy="18288"/>
          </a:xfrm>
          <a:prstGeom prst="rect">
            <a:avLst/>
          </a:prstGeom>
          <a:solidFill>
            <a:srgbClr val="2C3E6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57200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¡Gracias!</a:t>
            </a:r>
            <a:endParaRPr lang="en-US" sz="4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62356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Víctor Lluilema  ·  Marlon Pérez  —  Universidad Estatal de Milagro (UNEMI)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Marlon David Pérez Almachi; Víctor Manuel Lluilema Pisco</dc:creator>
  <cp:lastModifiedBy>Marlon David Pérez Almachi</cp:lastModifiedBy>
  <cp:revision>1</cp:revision>
  <dcterms:created xsi:type="dcterms:W3CDTF">2026-09-15T02:40:05Z</dcterms:created>
  <dcterms:modified xsi:type="dcterms:W3CDTF">2026-09-15T02:40:05Z</dcterms:modified>
</cp:coreProperties>
</file>