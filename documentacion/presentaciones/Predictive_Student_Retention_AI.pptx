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creator>Marlon David Pérez Almachi; Víctor Manuel Lluilema Pisco</dc:creator>
  <cp:lastModifiedBy>Marlon David Pérez Almachi</cp:lastModifiedBy>
</cp:coreProperties>
</file>